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All About Dogs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Companions, Breeds, Care, and Training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History and Domestication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First domesticated from wolves ~15,000 years ago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Early roles: hunting, guarding, and herding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Spread worldwide through trade and migration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Genetic studies reveal multiple domestication events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Dogs became integral to human societies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Popular Breeds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Labrador Retriever – friendly, versatile worker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German Shepherd – intelligent, protective guard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French Bulldog – compact, low‑maintenance companion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Golden Retriever – gentle, family‑oriented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Bulldog – calm, strong‑willed, iconic appearance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Health and Nutrition Essentials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Balanced diet: protein, fats, carbs, vitamins, minerals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Regular veterinary check‑ups and vaccinations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Common health issues: hip dysplasia, dental disease, obesity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Exercise needs vary by breed, age, and health status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Preventive care: flea/tick control, heartworm prevention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Training Basics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Positive reinforcement builds trust and motivation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Consistency and short, frequent sessions work best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Socialization with people and other animals early 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Basic commands: sit, stay, come, heel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Advanced training: agility, service work, therapy roles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Behavior and Communication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Body language signals: tail, ears, posture, eyes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Vocalizations: barking, whining, growling convey needs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Understanding pack hierarchy aids behavior management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Stress signs: panting, pacing, excessive licking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Redirect undesirable behavior with appropriate outlets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Responsible Ownership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Provide shelter, safe environment, and regular exercise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Commit to lifelong care: grooming, health, training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Identify and respect local licensing and leash laws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Consider adoption from shelters to reduce overpopulation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Spay/neuter to promote health and community welfare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Dogs</dc:title>
  <dc:subject>All About Dogs</dc:subject>
  <dc:creator>CortexAI</dc:creator>
  <cp:lastModifiedBy>CortexAI</cp:lastModifiedBy>
  <cp:revision>1</cp:revision>
  <dcterms:created xsi:type="dcterms:W3CDTF">2026-08-02T16:03:46Z</dcterms:created>
  <dcterms:modified xsi:type="dcterms:W3CDTF">2026-08-02T16:03:46Z</dcterms:modified>
</cp:coreProperties>
</file>